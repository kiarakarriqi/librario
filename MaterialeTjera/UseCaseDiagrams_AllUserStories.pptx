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US_01: Create Account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09728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0972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8288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56032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5603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password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892808"/>
            <a:ext cx="1554480" cy="-5577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892808"/>
            <a:ext cx="1554480" cy="173736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572768"/>
            <a:ext cx="0" cy="25603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0" name="Text 18"/>
          <p:cNvSpPr/>
          <p:nvPr/>
        </p:nvSpPr>
        <p:spPr>
          <a:xfrm>
            <a:off x="3749040" y="1545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0" y="2304288"/>
            <a:ext cx="0" cy="25603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2" name="Text 20"/>
          <p:cNvSpPr/>
          <p:nvPr/>
        </p:nvSpPr>
        <p:spPr>
          <a:xfrm>
            <a:off x="3749040" y="227685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US_02: Log In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0078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5681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5681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55448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0416" y="170078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5681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5681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267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82296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822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1572768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5727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credentials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322576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3225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1572768"/>
            <a:ext cx="16459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password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1618488"/>
            <a:ext cx="1554480" cy="-5577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618488"/>
            <a:ext cx="-2834640" cy="-5577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1298448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8" name="Text 26"/>
          <p:cNvSpPr/>
          <p:nvPr/>
        </p:nvSpPr>
        <p:spPr>
          <a:xfrm>
            <a:off x="3749040" y="1280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0" y="2048256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30" name="Text 28"/>
          <p:cNvSpPr/>
          <p:nvPr/>
        </p:nvSpPr>
        <p:spPr>
          <a:xfrm>
            <a:off x="3749040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03520" y="1810512"/>
            <a:ext cx="36576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32" name="Text 30"/>
          <p:cNvSpPr/>
          <p:nvPr/>
        </p:nvSpPr>
        <p:spPr>
          <a:xfrm>
            <a:off x="5120640" y="165506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US_03: Log Out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058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8288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Clear session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265176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6517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Redirect to login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892808"/>
            <a:ext cx="1737360" cy="-6492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481328"/>
            <a:ext cx="0" cy="34747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9" name="Text 17"/>
          <p:cNvSpPr/>
          <p:nvPr/>
        </p:nvSpPr>
        <p:spPr>
          <a:xfrm>
            <a:off x="3931920" y="14996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97680" y="2304288"/>
            <a:ext cx="0" cy="34747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931920" y="23225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US_04: Update Profile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00584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0058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 display name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65176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6517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 reading goal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892808"/>
            <a:ext cx="1645920" cy="-6492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481328"/>
            <a:ext cx="0" cy="34747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9" name="Text 17"/>
          <p:cNvSpPr/>
          <p:nvPr/>
        </p:nvSpPr>
        <p:spPr>
          <a:xfrm>
            <a:off x="3840480" y="14996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06240" y="2304288"/>
            <a:ext cx="0" cy="34747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840480" y="23225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US_05: Change Password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9144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9144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Change password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719072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7190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Verify current 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523744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5237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 new password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892808"/>
            <a:ext cx="1554480" cy="-74066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1389888"/>
            <a:ext cx="0" cy="329184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9" name="Text 17"/>
          <p:cNvSpPr/>
          <p:nvPr/>
        </p:nvSpPr>
        <p:spPr>
          <a:xfrm>
            <a:off x="3749040" y="1399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0" y="2194560"/>
            <a:ext cx="0" cy="329184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749040" y="220370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US_06: Reset Password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9222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04825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04825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82296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822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password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572768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727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Send reset 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322576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3225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 new password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28016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64592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0416" y="179222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04825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04825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3591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1709928"/>
            <a:ext cx="1554480" cy="-6492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709928"/>
            <a:ext cx="-2834640" cy="1005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1298448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6" name="Text 24"/>
          <p:cNvSpPr/>
          <p:nvPr/>
        </p:nvSpPr>
        <p:spPr>
          <a:xfrm>
            <a:off x="3749040" y="1280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0" y="2048256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8" name="Text 26"/>
          <p:cNvSpPr/>
          <p:nvPr/>
        </p:nvSpPr>
        <p:spPr>
          <a:xfrm>
            <a:off x="3749040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US_07: Upload Profile Picture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9222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04825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04825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82296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822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profile picture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572768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572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322576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3225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Resize &amp; store image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1709928"/>
            <a:ext cx="1371600" cy="-6492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298448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9" name="Text 17"/>
          <p:cNvSpPr/>
          <p:nvPr/>
        </p:nvSpPr>
        <p:spPr>
          <a:xfrm>
            <a:off x="3657600" y="1280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0" y="2048256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657600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US_08: View Profile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00584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0058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 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Display account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892808"/>
            <a:ext cx="1645920" cy="-6492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481328"/>
            <a:ext cx="0" cy="347472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3840480" y="14996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US_09: Manage User Accounts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0078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5681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5681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82296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822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user accounts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1572768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572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322576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3225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Change user role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1572768"/>
            <a:ext cx="16459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Toggle active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1618488"/>
            <a:ext cx="1463040" cy="-5577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1298448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749040" y="1280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0" y="2048256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3" name="Text 21"/>
          <p:cNvSpPr/>
          <p:nvPr/>
        </p:nvSpPr>
        <p:spPr>
          <a:xfrm>
            <a:off x="3749040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1810512"/>
            <a:ext cx="2743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5" name="Text 23"/>
          <p:cNvSpPr/>
          <p:nvPr/>
        </p:nvSpPr>
        <p:spPr>
          <a:xfrm>
            <a:off x="5166360" y="165506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US_10: Deactivate Account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011680" y="411480"/>
            <a:ext cx="5303520" cy="420624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448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70078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5681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5681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82296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822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Deactivate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1572768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572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 IsActive = false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322576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3225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login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22576"/>
            <a:ext cx="16459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32257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Reactivate account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1618488"/>
            <a:ext cx="1463040" cy="-55778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1298448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3749040" y="1280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0" y="2048256"/>
            <a:ext cx="0" cy="27432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3" name="Text 21"/>
          <p:cNvSpPr/>
          <p:nvPr/>
        </p:nvSpPr>
        <p:spPr>
          <a:xfrm>
            <a:off x="3749040" y="20299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2560320"/>
            <a:ext cx="2743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5" name="Text 23"/>
          <p:cNvSpPr/>
          <p:nvPr/>
        </p:nvSpPr>
        <p:spPr>
          <a:xfrm>
            <a:off x="5166360" y="24048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2026-04-01T17:12:10Z</dcterms:created>
  <dcterms:modified xsi:type="dcterms:W3CDTF">2026-04-01T17:12:10Z</dcterms:modified>
</cp:coreProperties>
</file>