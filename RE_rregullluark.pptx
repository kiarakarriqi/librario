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US_01: Create Account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4323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883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883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626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account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0160" y="2167128"/>
            <a:ext cx="1920240" cy="91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US_02: Log In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05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8288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91856" y="19751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2311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311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505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1371600"/>
            <a:ext cx="219456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3716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926080"/>
            <a:ext cx="219456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9260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password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80160" y="1609344"/>
            <a:ext cx="1463040" cy="1920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609344"/>
            <a:ext cx="2560320" cy="19202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1847088"/>
            <a:ext cx="914" cy="1316736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4" name="Text 22"/>
          <p:cNvSpPr/>
          <p:nvPr/>
        </p:nvSpPr>
        <p:spPr>
          <a:xfrm>
            <a:off x="3456432" y="235915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US_03: Log Out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4323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883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883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626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out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0160" y="2167128"/>
            <a:ext cx="1920240" cy="91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US_04: Update Profile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34086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9689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712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6459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profile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1645920"/>
            <a:ext cx="182880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6459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profile picture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80160" y="1883664"/>
            <a:ext cx="1463040" cy="18288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883664"/>
            <a:ext cx="365760" cy="914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7" name="Text 15"/>
          <p:cNvSpPr/>
          <p:nvPr/>
        </p:nvSpPr>
        <p:spPr>
          <a:xfrm>
            <a:off x="4919472" y="1737360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US_05: Change Password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34086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9689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712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37160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3716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Change password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2926080"/>
            <a:ext cx="237744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9260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password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80160" y="1609344"/>
            <a:ext cx="1463040" cy="45720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847088"/>
            <a:ext cx="914" cy="1316736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7" name="Text 15"/>
          <p:cNvSpPr/>
          <p:nvPr/>
        </p:nvSpPr>
        <p:spPr>
          <a:xfrm>
            <a:off x="3547872" y="235915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US_06: Reset Password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4323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883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883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626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password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0160" y="2167128"/>
            <a:ext cx="1920240" cy="91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US_07: Upload Profile Picture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34086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9689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712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3716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profile picture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283464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8346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profile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80160" y="1609344"/>
            <a:ext cx="1371600" cy="45720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847088"/>
            <a:ext cx="914" cy="1225296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7" name="Text 15"/>
          <p:cNvSpPr/>
          <p:nvPr/>
        </p:nvSpPr>
        <p:spPr>
          <a:xfrm>
            <a:off x="3547872" y="231343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US_08: View Profile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43230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8833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8833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626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56032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 profile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0160" y="2167128"/>
            <a:ext cx="1920240" cy="914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US_09: Manage User Accounts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34086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9689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712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274320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371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user accounts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2926080"/>
            <a:ext cx="274320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9260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Deactivate account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80160" y="1609344"/>
            <a:ext cx="1371600" cy="45720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847088"/>
            <a:ext cx="914" cy="1316736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7" name="Text 15"/>
          <p:cNvSpPr/>
          <p:nvPr/>
        </p:nvSpPr>
        <p:spPr>
          <a:xfrm>
            <a:off x="3639312" y="235915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US_10: Deactivate Account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28800" y="402336"/>
            <a:ext cx="5669280" cy="4389120"/>
          </a:xfrm>
          <a:prstGeom prst="rect">
            <a:avLst/>
          </a:prstGeom>
          <a:solidFill>
            <a:srgbClr val="F5F5F5"/>
          </a:solidFill>
          <a:ln w="15240">
            <a:solidFill>
              <a:srgbClr val="66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4389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Librario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0" cy="40233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340864"/>
            <a:ext cx="47548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-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96896"/>
            <a:ext cx="201168" cy="292608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712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274320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371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Deactivate account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2926080"/>
            <a:ext cx="274320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9260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user accounts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1828800" cy="475488"/>
          </a:xfrm>
          <a:prstGeom prst="ellipse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3716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Reactivate account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80160" y="1609344"/>
            <a:ext cx="1371600" cy="45720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847088"/>
            <a:ext cx="914" cy="1316736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19" name="Text 17"/>
          <p:cNvSpPr/>
          <p:nvPr/>
        </p:nvSpPr>
        <p:spPr>
          <a:xfrm>
            <a:off x="3639312" y="235915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«include»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94960" y="1609344"/>
            <a:ext cx="182880" cy="914"/>
          </a:xfrm>
          <a:prstGeom prst="line">
            <a:avLst/>
          </a:prstGeom>
          <a:noFill/>
          <a:ln w="10160">
            <a:solidFill>
              <a:srgbClr val="333333"/>
            </a:solidFill>
            <a:prstDash val="dash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5102352" y="1463040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«extend»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2026-04-09T17:32:19Z</dcterms:created>
  <dcterms:modified xsi:type="dcterms:W3CDTF">2026-04-09T17:32:19Z</dcterms:modified>
</cp:coreProperties>
</file>